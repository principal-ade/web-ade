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MAKE MONEY  ·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7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 don't sell trails. We sell keeping them alive.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trail is cheap to make. The value, and the revenue, is in keeping a team's understanding current as the code keeps changing.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4F7FB"/>
          </a:solidFill>
          <a:ln w="12700">
            <a:solidFill>
              <a:srgbClr val="E3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243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614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7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Free to start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trails, solo use. Engineers make and share them with zero friction. This is the wedge, not the revenue.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23317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4F7FB"/>
          </a:solidFill>
          <a:ln w="12700">
            <a:solidFill>
              <a:srgbClr val="E3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26243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7614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3291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7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Teams pay to keep them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36008" y="3703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 per seat. Private trails, a searchable archive, and trails that stay current as the codebase moves. The understanding doesn't go stale.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74736" y="23317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4F7FB"/>
          </a:solidFill>
          <a:ln w="12700">
            <a:solidFill>
              <a:srgbClr val="E3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9056" y="26243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76148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9056" y="3291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7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archive compounds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49056" y="3703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trail a team keeps is verified understanding that accumulates. The more they use it, the more it's worth, and the harder it is to leave.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model: </a:t>
            </a:r>
            <a:pPr indent="0" marL="0">
              <a:buNone/>
            </a:pPr>
            <a:r>
              <a:rPr lang="en-US" sz="1350" dirty="0">
                <a:solidFill>
                  <a:srgbClr val="47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trails get us in. Teams pay to keep their understanding current and searchable. Maintenance is the recurring revenue.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MAKE MONEY  · 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Then we bind the ones that matter to runtime.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Trail captures what a human expected. Convert it to a Principal File and OpenTelemetry checks live behavior against that expectation, continuously.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13346A"/>
          </a:solidFill>
          <a:ln w="12700">
            <a:solidFill>
              <a:srgbClr val="29487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75234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2770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4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TRAIL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4672" y="315468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Human intent, captured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63016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understood and expected the change to do.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03904" y="30861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6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251960" y="251460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13346A"/>
          </a:solidFill>
          <a:ln w="12700">
            <a:solidFill>
              <a:srgbClr val="29487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75234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10328" y="2770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4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FILE + OTEL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07992" y="315468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Intent, bound to runtime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07992" y="363016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checks live behavior against that expectation.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507224" y="30861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6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7955280" y="251460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E2613A"/>
          </a:solidFill>
          <a:ln w="12700">
            <a:solidFill>
              <a:srgbClr val="E261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211312" y="2770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211312" y="315468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Understanding can't quietly go wrong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8211312" y="372160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answers to what a human meant. Done is not correct. Ran is not right.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48640" y="4983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Enterprise tier.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verify intent. OTel verifies behavior. Teams pay the most for the trails that run in production, where being wrong actually costs something.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MAKE MONEY  · 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27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revenue engines, one artifact.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trail earns twice. We charge to keep understanding current, and again to bind it to production. One compounds, the other commands premium.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F4F7FB"/>
          </a:solidFill>
          <a:ln w="12700">
            <a:solidFill>
              <a:srgbClr val="E3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7706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70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45920" y="2907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7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recurring base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3566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pay per seat to keep their trails current and searchable.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every team and every trail kept. The archive compounds and locks in.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pPr indent="0" marL="0">
              <a:buNone/>
            </a:pPr>
            <a:r>
              <a:rPr lang="en-US" sz="1200" dirty="0">
                <a:solidFill>
                  <a:srgbClr val="75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many teams, low friction, compounding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228600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0D274D"/>
          </a:solidFill>
          <a:ln w="12700">
            <a:solidFill>
              <a:srgbClr val="0D274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606040"/>
            <a:ext cx="640080" cy="640080"/>
          </a:xfrm>
          <a:prstGeom prst="ellipse">
            <a:avLst/>
          </a:prstGeom>
          <a:solidFill>
            <a:srgbClr val="13346A"/>
          </a:solidFill>
          <a:ln w="12700">
            <a:solidFill>
              <a:srgbClr val="29487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77063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TO RUNTIME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60920" y="2907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premium layer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83680" y="3566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trails that matter into Principal Files, bound to runtime with OTel.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pricing. Governance, audit, and verification where being wrong is expensive.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83680" y="44805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fewer customers, high stakes, premium price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maintenance. Expand with runtime. </a:t>
            </a:r>
            <a:pPr algn="ctr" indent="0" marL="0">
              <a:buNone/>
            </a:pPr>
            <a:r>
              <a:rPr lang="en-US" sz="1350" dirty="0">
                <a:solidFill>
                  <a:srgbClr val="47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builds the compounding base; the trails that reach production become the premium tier. Tribal knowledge to trails to telemetry.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Trails — How We Make Money</dc:title>
  <dc:subject>PptxGenJS Presentation</dc:subject>
  <dc:creator>Principal AI</dc:creator>
  <cp:lastModifiedBy>Principal AI</cp:lastModifiedBy>
  <cp:revision>1</cp:revision>
  <dcterms:created xsi:type="dcterms:W3CDTF">2026-06-16T13:33:33Z</dcterms:created>
  <dcterms:modified xsi:type="dcterms:W3CDTF">2026-06-16T13:33:33Z</dcterms:modified>
</cp:coreProperties>
</file>